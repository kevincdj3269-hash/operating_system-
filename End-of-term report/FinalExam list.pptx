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56" r:id="rId2"/>
    <p:sldMasterId id="2147483657" r:id="rId3"/>
    <p:sldMasterId id="2147483658" r:id="rId4"/>
    <p:sldMasterId id="2147484140" r:id="rId5"/>
  </p:sldMasterIdLst>
  <p:sldIdLst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78" d="100"/>
          <a:sy n="78" d="100"/>
        </p:scale>
        <p:origin x="15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64EE69-D545-3929-AA80-2CBEB0090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2119C6-4F5F-2E5F-F835-04419AD1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F19E8E-2670-0C2A-8714-5A62D852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D20D7-5D00-4410-BE19-328FA3D4CF8C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0037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8AB141-BCCF-FE5D-FB58-F5D0D99E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22400B-F1FC-B282-9FDD-8BCD5703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F45900-2F52-EBDE-68BF-D5C624A1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850F2-607E-4914-8186-4FE7F8C58E66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29484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C1D4B7-5F84-EDC8-33BB-58BED349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B7691E-87F0-12DC-4BB0-9FBE29DF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C8EB30-86F7-2169-91CB-1C2D5F7C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4B7B6-6A76-42D8-BF6A-F3D2EAA8F8D9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6977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45F32A-F702-5557-9E31-8E56D9B0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C1CC28-8588-62EC-FC71-5C304CAC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9A5FAE-9E9C-86BF-67E8-A08109E2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2C22C-669E-4374-8261-B09AC75385AC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77360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3E9D46A-9AAA-D5F0-82D2-C61CC892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E3FC6F-332E-EE5B-DD19-8E13DAA1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5CD5A6-2284-7BCA-B5EA-92056A1C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E4F8F-1590-49ED-A8CF-B6216AE23128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4535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D493F5-2CE6-73A0-6379-A243F0A08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B553CF-2D31-3947-FBBC-AD59ECB4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1E84BE5-22B7-4308-1BF3-4087739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6CF90-D58B-4B40-BD29-21E1B22DFCA8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81246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49ACCB7-75C9-6501-E9C8-C0368315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B77EEC-6EF0-BEA0-46F4-B7BA1BF4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F11B67-3A77-332C-773E-F5A64954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956DF-53D4-41BC-8CFE-F0FD4EACE0FC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6241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514ED8-3A25-AD84-E74A-BD0058708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1F1287-1168-59D7-BD77-0CD184F6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A43CDD-BB0B-FDDF-699B-A09EAF3D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10F4B-46AA-4909-86E2-87FBB7DA9444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9964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05775F-BD6A-A26C-1DC7-57132DA2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1CD49B-4C42-CF9B-4F5F-A9646321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55E67F-5380-8755-6343-10A7B44E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9DF8E-4853-4E5E-9BA5-6A3BDD1D14F0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1195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B230E2-57B2-00D5-423F-A28038FD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98783-DE16-30B8-E991-2AEC1B93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82CE05-CAB3-3691-21D4-0D57079F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8EE2D-329B-443C-8C65-A0A22055AF47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54397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19900" y="457200"/>
            <a:ext cx="2171700" cy="56229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457200"/>
            <a:ext cx="6362700" cy="56229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FE4D69-70DF-69D8-4BB0-B9EC2F7D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AC69E-8A13-A25C-65A3-8BF92539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44FEA4-FE8A-C8D3-7208-0543845E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D7177-57DB-4BD7-9065-25012EF3BB48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51534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EF1C73-6F71-6B5F-4591-9E50A38D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080B0F-A32B-43AB-3867-9F01ED2B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9A4C80-BC5D-4EC6-6240-7D71501E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B36C4-5109-4ADE-B1EF-2495B0FB189F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51196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9B7733-A9DC-4A48-455E-CD015458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F98B6C-F464-3B46-FC9B-2AD8F0357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FED08C-AA86-1DF6-5069-DCAFC665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D9003-9714-40EF-A42B-FBF54617323A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038690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51F14C-1415-C2F4-D764-57636BD9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273A41-F3EB-A932-F1D2-B1FB095B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A3DD7-F84F-55B3-E76D-502A97BC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E98DA-02AF-41B7-B7AC-807DAE2848B4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84230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983E54-B206-B20D-D829-2CE2C4C9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AB0C2B-D3D9-E981-6F70-37F67CED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D9782C-85D4-6DEA-3FD4-C1ED029A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4E62C-DF23-479E-A955-2BE33A90A642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31100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FD11E0D-6097-F7C1-F001-822CC4FF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81C5B6-6703-E99C-0932-E27B2AB3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B8AFC9-DDB8-D6CB-A453-E77CB534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C1926-51C4-4C4C-BE9B-3A64E7BE8AA0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05985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D3BD42-DB5D-5BAF-4486-2D8E5A4B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AD687F6-07AA-CDB1-61ED-7BD65B84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CA6847-B769-D5E8-9EEC-BBB6C1C4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8BF15-377C-4512-9A49-D0351B0D8E72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27778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9845364-EC14-A6DB-BB52-A7E9B71D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3A7981-BF7A-EFC5-7DFC-1FD9EEEE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427C5F-1126-2DB3-8F96-A9EF2E25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BAFD4-3BA6-4583-942F-B7A9FF35F526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515259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DD1D7D-544B-13B6-11EF-D5C09DA9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D50782-8371-049C-5C73-87EA1472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41261C-64D3-26CB-94ED-68DA6F58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7037F-DAA0-4713-A035-23A60B9423A5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25452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498B-0DE5-1DCC-9230-FCAD5F30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979791-C31E-8BDE-E086-FFFF0A8E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C4FEB4-48F0-9208-7A5E-9C1BFF75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E5FA7-E445-409F-92CD-4A89BE03CB9F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98945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78AF5-B273-5F24-CC32-4CE9EE36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D39671-52B0-7602-B2F9-880DFEA8C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CED0AB-79FF-9415-12F6-A371D4DD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D56B4-4DB8-444A-A238-E555104D1014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947289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19900" y="457200"/>
            <a:ext cx="2171700" cy="56229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457200"/>
            <a:ext cx="6362700" cy="56229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F7385B-58E5-39E1-DB77-41674142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4C47DA-E1BB-6901-4C11-4C4260B5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56968E-8567-01F0-436E-373D4691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35F0D-D9D3-4EBF-B4CF-13527CF12847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472649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1ED502-A85E-CDAD-EE8E-8A8D63CA8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1924E7-273F-8665-D3BF-B9F23450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0A05F5-4694-28F8-9A10-8FB31F84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242A9-4000-4ED9-9FCA-E6EE28530E3E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22831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09342-2A64-B73E-C2A4-F16F03EA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A76983-A0E3-4348-BB7A-57D0FD1A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D668E-E51E-4CE4-B6D3-50C47176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FAFD6-623C-4DC5-848A-A3D9876BAAF5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17763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BB23AB-75E3-B05C-002C-9EE4E5A8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70223D-4469-2CBB-B957-AA9B9AFD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3D7AD7-D7CA-EF01-2E35-BED6B932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5DB95-A55C-4C7B-9A46-7A20D5554BFC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725580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609E48-A0FD-38D2-864B-96388E98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A7D79D-E7C5-FAAA-4CA3-A87629C1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39CCE5-DFB9-DA8D-3485-22B2A371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A044F-AB90-4614-9746-21C0D36A0C3A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4946210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D64AE24-6007-F5BE-C10A-D1374839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C42FB4E-BB2A-3FF3-F967-E6D45047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B72BA2-0019-C56F-9D1B-5655CF8B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E672C-A56A-40E7-9804-E0F7C2FC06A6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12464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F7811F-A76A-8CDF-120E-41F55624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A6B4D9-7CFB-2A74-2991-55F165E8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7751FE-5992-F4EB-9897-BA1D95BD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E9258-A8A5-467F-80B5-131533299952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039459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8BC584-255F-FB3D-F549-1F37A2F6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D9146FD-2BDF-BF6A-9568-7CA607FB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F8987F-F8DC-83D9-C6AA-68F5580D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E8CD7-91E9-4FE3-A33D-01B3EB892895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438182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6CEFDE-804E-466F-1903-4E3D0970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07DE7F-585D-1B76-289C-C52BEFF5D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DAF149-E57A-F95D-BA08-AC26FA07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83820-02A2-48DD-90F2-F898F2D5AEBD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35114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422647-E162-DEB3-DED5-06F57DC2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EEEA44-0EBA-D415-9254-6C2317E5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90FD12-B78A-25A0-CB61-EBB6DC94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4288F-5937-456D-BEA5-13173561F263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1134403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2785CF-9EF8-68B7-3C42-3C89660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CB798D-B144-9CEA-6CF0-B2FA5BA4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A8859A-15F0-3158-00A6-6BA3F102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DD830-3002-49E0-B203-C0BD69F99B83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213825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19900" y="457200"/>
            <a:ext cx="2171700" cy="56229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457200"/>
            <a:ext cx="6362700" cy="56229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A828DC-5556-8F22-454D-E9E9FEAD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28ED2-F409-6B6C-93F9-D7673060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34BF43-A78D-5A48-A25D-F7682EE6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A93E2-800A-4785-BC37-0F8F9D8F33BD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68523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4078C5-EDB2-80B0-4789-73928546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F396EF-0FAC-8C64-1212-4F8D0765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8E6965-C972-FA7B-D807-B20B17C2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6DB35-A0C5-4F30-B22E-28EF63E9716E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1396839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724400" y="1554163"/>
            <a:ext cx="4267200" cy="21859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724400" y="3892550"/>
            <a:ext cx="42672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832D0C68-C3E3-B75C-2340-A9929D2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5B5C9EF9-A0BD-DFE5-CE4E-6BF0EA6B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D9F1545E-D40B-EDF4-86FA-7AFE6FC3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8A9D6-A095-467D-9A84-45A4BDDB15E3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09236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28094A-B546-81CB-C8A7-A5E7AA2F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223AE597-FC2A-0BE0-8282-E9B74C8A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5DDDA5E-DAF7-FF28-7F98-C803C920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F7871-74C7-4C12-B009-7FF902C6C8B1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4493642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0D052E-25B2-E085-E9EE-1F8A2937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8C857040-C9BE-DD14-BCDA-617637A1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043243B-8EB2-F468-F771-FC76097A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11B31-1AE8-4B44-A404-EF39B8CC8CC5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6900660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D253A8-8172-1B8A-AFE0-001C0E7A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F91A9B3A-074B-490E-E602-376951DD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D07AFC8-880C-5E5C-E59D-1A588740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CB64B-11BE-4A8C-9FB1-1EF3CDBF6538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668466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048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54163"/>
            <a:ext cx="4267200" cy="4525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455A5D-DCB9-E35D-BAF7-FC257DA2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23">
            <a:extLst>
              <a:ext uri="{FF2B5EF4-FFF2-40B4-BE49-F238E27FC236}">
                <a16:creationId xmlns:a16="http://schemas.microsoft.com/office/drawing/2014/main" id="{81582C22-164A-2B22-480E-7B6FEE10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E06E3A7-81B9-CE1C-A3B3-9A88B2A7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88B90-9BEE-454F-BEB7-5C133C85864E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6154017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824146D-D1B8-A9CB-8B74-1376D62E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" name="Shape 23">
            <a:extLst>
              <a:ext uri="{FF2B5EF4-FFF2-40B4-BE49-F238E27FC236}">
                <a16:creationId xmlns:a16="http://schemas.microsoft.com/office/drawing/2014/main" id="{5FD80408-DA39-64B1-9A2E-4562BF23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2176EC5-822F-C21F-FD5A-A2508445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0103D-4F99-4048-957F-7F4AD03D4D5C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503300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9B890793-5A94-CD94-739F-17233CB6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F1F27F87-A7CA-54B9-369A-A4278E80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EC42F8D2-DBB1-2204-6EF2-3D5AE5CB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A9E91-BF59-491D-B99D-133A25EE4BD5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00889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7FB6E9F-8D00-F35C-56B0-4264055AC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5075B171-BAF5-E2B3-1CB4-2C29B57D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823EA12-10AD-8F98-B042-7BA42E0E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24863-C6C6-40B7-8156-3837D9804984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02805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8EF7AEE-11CE-E09D-7AC7-440D97F7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23">
            <a:extLst>
              <a:ext uri="{FF2B5EF4-FFF2-40B4-BE49-F238E27FC236}">
                <a16:creationId xmlns:a16="http://schemas.microsoft.com/office/drawing/2014/main" id="{6943B23D-DB54-FC2D-D26E-9E115E38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680FEBE-E95A-391A-5154-9248D09E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25202-0603-4DD5-8EF1-33E3E037FD7E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654128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ADCA6DF-2139-6B6A-36B3-1D91392B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23">
            <a:extLst>
              <a:ext uri="{FF2B5EF4-FFF2-40B4-BE49-F238E27FC236}">
                <a16:creationId xmlns:a16="http://schemas.microsoft.com/office/drawing/2014/main" id="{2E8D51D9-FA74-BBB5-9BF2-8840656B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0D4B789-1F64-0D92-3FFF-41545751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39770-713F-4503-811F-F6A5351AA949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7144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491500-D3E7-28D9-D368-68709928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DF7D8903-E656-3184-3325-F38833FF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EDD0600-1901-D05B-7BD3-4A191226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A228B-6063-48CF-AD75-F5183706B87D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2905600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19900" y="457200"/>
            <a:ext cx="2171700" cy="56229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457200"/>
            <a:ext cx="6362700" cy="56229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4F3241-F004-F2C0-4D99-6BB8B36B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Shape 23">
            <a:extLst>
              <a:ext uri="{FF2B5EF4-FFF2-40B4-BE49-F238E27FC236}">
                <a16:creationId xmlns:a16="http://schemas.microsoft.com/office/drawing/2014/main" id="{640AEED6-F1B4-478B-1D4D-E8A9A53E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878B58C-451C-BF5F-3662-1EB87591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02756-46FD-4542-9846-0C8784245147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7594074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3242A9-4000-4ED9-9FCA-E6EE28530E3E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59383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FAFD6-623C-4DC5-848A-A3D9876BAAF5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719833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35DB95-A55C-4C7B-9A46-7A20D5554BFC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812525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8A044F-AB90-4614-9746-21C0D36A0C3A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77962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5E672C-A56A-40E7-9804-E0F7C2FC06A6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9408185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CE9258-A8A5-467F-80B5-131533299952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9023702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E8CD7-91E9-4FE3-A33D-01B3EB892895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4344937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783820-02A2-48DD-90F2-F898F2D5AEBD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38791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4288F-5937-456D-BEA5-13173561F263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221453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ECFD0-B637-4E39-96CC-19B2D1074E50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87618116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ECFD0-B637-4E39-96CC-19B2D1074E50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4144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ECFD0-B637-4E39-96CC-19B2D1074E50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981972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ECFD0-B637-4E39-96CC-19B2D1074E50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50101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ECFD0-B637-4E39-96CC-19B2D1074E50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756712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ADD830-3002-49E0-B203-C0BD69F99B83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1087978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A93E2-800A-4785-BC37-0F8F9D8F33BD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66266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raight Connector 6">
            <a:extLst>
              <a:ext uri="{FF2B5EF4-FFF2-40B4-BE49-F238E27FC236}">
                <a16:creationId xmlns:a16="http://schemas.microsoft.com/office/drawing/2014/main" id="{FBA46224-E766-FF08-E481-D0BF404F2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5CCF-7EC5-BFCB-0863-AE95DEF9F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  <a:p>
            <a:pPr lvl="5"/>
            <a:r>
              <a:rPr lang="zh-TW"/>
              <a:t>第六層</a:t>
            </a:r>
          </a:p>
          <a:p>
            <a:pPr lvl="6"/>
            <a:r>
              <a:rPr lang="zh-TW"/>
              <a:t>第七層</a:t>
            </a:r>
          </a:p>
          <a:p>
            <a:pPr lvl="7"/>
            <a:r>
              <a:rPr lang="zh-TW"/>
              <a:t>第八層</a:t>
            </a:r>
          </a:p>
          <a:p>
            <a:pPr lvl="8"/>
            <a:r>
              <a:rPr lang="zh-TW"/>
              <a:t>第九層</a:t>
            </a:r>
          </a:p>
        </p:txBody>
      </p:sp>
      <p:sp>
        <p:nvSpPr>
          <p:cNvPr id="1030" name="Rectangle 9">
            <a:extLst>
              <a:ext uri="{FF2B5EF4-FFF2-40B4-BE49-F238E27FC236}">
                <a16:creationId xmlns:a16="http://schemas.microsoft.com/office/drawing/2014/main" id="{A34A81D1-EB7C-C8E3-1F1A-227E77B11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zh-TW"/>
              <a:t>按一下以編輯母片標題樣式</a:t>
            </a: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78E520C3-74B5-2C20-7019-8C01B37E6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7F50F4A0-611A-878D-3DA1-25E2F5749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DEC3889-2F5A-0F19-B9EE-4D4C27398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6FB833"/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2F16A1D-1CB6-46DB-8F58-55DD05E70124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89" r:id="rId4"/>
    <p:sldLayoutId id="2147484090" r:id="rId5"/>
    <p:sldLayoutId id="2147484091" r:id="rId6"/>
    <p:sldLayoutId id="2147484092" r:id="rId7"/>
    <p:sldLayoutId id="2147484093" r:id="rId8"/>
    <p:sldLayoutId id="2147484094" r:id="rId9"/>
    <p:sldLayoutId id="2147484095" r:id="rId10"/>
    <p:sldLayoutId id="21474840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719EA15-B4FE-7C89-932E-9BF1A90D0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AD9BB5-0E1D-74EF-DF02-62125F83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  <a:p>
            <a:pPr lvl="5"/>
            <a:r>
              <a:rPr lang="zh-TW"/>
              <a:t>第六層</a:t>
            </a:r>
          </a:p>
          <a:p>
            <a:pPr lvl="6"/>
            <a:r>
              <a:rPr lang="zh-TW"/>
              <a:t>第七層</a:t>
            </a:r>
          </a:p>
          <a:p>
            <a:pPr lvl="7"/>
            <a:r>
              <a:rPr lang="zh-TW"/>
              <a:t>第八層</a:t>
            </a:r>
          </a:p>
          <a:p>
            <a:pPr lvl="8"/>
            <a:r>
              <a:rPr lang="zh-TW"/>
              <a:t>第九層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82C508-E453-CDFD-16C1-F3F3AD60E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lang="zh-TW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DF6497-B192-BA89-39B2-77A9FEB2C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lang="zh-TW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E924C-FEF9-5CBE-4DE5-61E86D822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6FB833"/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47ED7C4-F116-4382-BB4F-776A5A7B1C31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E8A68E74-FF1B-F53A-0C5D-23C6504B5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zh-TW"/>
              <a:t>按一下以編輯母片標題樣式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62ED279-A1B8-F41B-36BF-659454D0D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A449BAE-AAB3-83B5-07AB-54B330DE7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  <p:sldLayoutId id="2147484098" r:id="rId2"/>
    <p:sldLayoutId id="2147484099" r:id="rId3"/>
    <p:sldLayoutId id="2147484100" r:id="rId4"/>
    <p:sldLayoutId id="2147484101" r:id="rId5"/>
    <p:sldLayoutId id="2147484102" r:id="rId6"/>
    <p:sldLayoutId id="2147484103" r:id="rId7"/>
    <p:sldLayoutId id="2147484104" r:id="rId8"/>
    <p:sldLayoutId id="2147484105" r:id="rId9"/>
    <p:sldLayoutId id="2147484106" r:id="rId10"/>
    <p:sldLayoutId id="21474841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E760288-68AC-E7C4-B636-22B24B554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C5C8F1F-4229-235C-0087-FCCDF39D1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105E9FA-F654-AC2D-7822-338BCC560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zh-TW">
              <a:latin typeface="+mn-lt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763FB-2CED-4C76-023E-6DE72E186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  <a:p>
            <a:pPr lvl="5"/>
            <a:r>
              <a:rPr lang="zh-TW"/>
              <a:t>第六層</a:t>
            </a:r>
          </a:p>
          <a:p>
            <a:pPr lvl="6"/>
            <a:r>
              <a:rPr lang="zh-TW"/>
              <a:t>第七層</a:t>
            </a:r>
          </a:p>
          <a:p>
            <a:pPr lvl="7"/>
            <a:r>
              <a:rPr lang="zh-TW"/>
              <a:t>第八層</a:t>
            </a:r>
          </a:p>
          <a:p>
            <a:pPr lvl="8"/>
            <a:r>
              <a:rPr lang="zh-TW"/>
              <a:t>第九層</a:t>
            </a:r>
          </a:p>
        </p:txBody>
      </p:sp>
      <p:sp>
        <p:nvSpPr>
          <p:cNvPr id="3084" name="Rectangle 9">
            <a:extLst>
              <a:ext uri="{FF2B5EF4-FFF2-40B4-BE49-F238E27FC236}">
                <a16:creationId xmlns:a16="http://schemas.microsoft.com/office/drawing/2014/main" id="{390802BF-91B4-95B6-0C34-B29FCB417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zh-TW"/>
              <a:t>按一下以編輯母片標題樣式</a:t>
            </a:r>
          </a:p>
        </p:txBody>
      </p:sp>
      <p:sp>
        <p:nvSpPr>
          <p:cNvPr id="13" name="Shape 24">
            <a:extLst>
              <a:ext uri="{FF2B5EF4-FFF2-40B4-BE49-F238E27FC236}">
                <a16:creationId xmlns:a16="http://schemas.microsoft.com/office/drawing/2014/main" id="{56FCCC9B-CA7B-F7B2-1232-44AEE38E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4EA1ADC4-C5A0-6116-DCA9-F336D7F9A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76200"/>
            <a:ext cx="2895600" cy="288925"/>
          </a:xfrm>
          <a:prstGeom prst="rect">
            <a:avLst/>
          </a:prstGeom>
        </p:spPr>
        <p:txBody>
          <a:bodyPr vert="horz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D12FE45-DE3D-3C42-173F-A86897265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9600" y="6473825"/>
            <a:ext cx="758825" cy="2476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6FB833"/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B87ECFD0-B637-4E39-96CC-19B2D1074E50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8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  <p:sldLayoutId id="2147484119" r:id="rId12"/>
    <p:sldLayoutId id="214748412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C5D2EE-6E35-B02C-7CD5-9FD84DAA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554163"/>
            <a:ext cx="8686800" cy="45259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  <a:p>
            <a:pPr lvl="5"/>
            <a:r>
              <a:rPr lang="zh-TW"/>
              <a:t>第六層</a:t>
            </a:r>
          </a:p>
          <a:p>
            <a:pPr lvl="6"/>
            <a:r>
              <a:rPr lang="zh-TW"/>
              <a:t>第七層</a:t>
            </a:r>
          </a:p>
          <a:p>
            <a:pPr lvl="7"/>
            <a:r>
              <a:rPr lang="zh-TW"/>
              <a:t>第八層</a:t>
            </a:r>
          </a:p>
          <a:p>
            <a:pPr lvl="8"/>
            <a:r>
              <a:rPr lang="zh-TW"/>
              <a:t>第九層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4FCCA98A-3BDB-DA68-F324-424DBE16C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457200"/>
            <a:ext cx="8686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zh-TW"/>
              <a:t>按一下以編輯母片標題樣式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18F71CB-3E57-29F8-53B5-EA1DE2796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7C863EC4-FB5C-8B18-8362-3F8FAD5C3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B50250D-5116-D1B1-344D-1D9E6FB8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solidFill>
                  <a:srgbClr val="6FB833"/>
                </a:solidFill>
                <a:latin typeface="+mn-lt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5B434540-A4EF-45C2-A3C7-6569923F8FE0}" type="slidenum">
              <a:rPr lang="zh-TW" altLang="zh-TW"/>
              <a:pPr>
                <a:defRPr/>
              </a:pPr>
              <a:t>‹#›</a:t>
            </a:fld>
            <a:endParaRPr lang="zh-TW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  <p:sldLayoutId id="2147484084" r:id="rId10"/>
    <p:sldLayoutId id="214748408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Franklin Gothic Medium" panose="020B06030201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"/>
        <a:defRPr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42F16A1D-1CB6-46DB-8F58-55DD05E70124}" type="slidenum">
              <a:rPr lang="zh-TW" altLang="zh-TW" smtClean="0"/>
              <a:pPr>
                <a:defRPr/>
              </a:pPr>
              <a:t>‹#›</a:t>
            </a:fld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63140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  <p:sldLayoutId id="2147484152" r:id="rId12"/>
    <p:sldLayoutId id="2147484153" r:id="rId13"/>
    <p:sldLayoutId id="2147484154" r:id="rId14"/>
    <p:sldLayoutId id="2147484155" r:id="rId15"/>
    <p:sldLayoutId id="21474841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3375B07-491B-A5C0-2CA7-EA12E9DF8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609600"/>
            <a:ext cx="8305801" cy="609600"/>
          </a:xfrm>
        </p:spPr>
        <p:txBody>
          <a:bodyPr/>
          <a:lstStyle/>
          <a:p>
            <a:pPr algn="ctr"/>
            <a:r>
              <a:rPr lang="en-US" altLang="zh-TW" sz="2800" dirty="0"/>
              <a:t>Final </a:t>
            </a:r>
            <a:r>
              <a:rPr lang="en-US" altLang="zh-TW" sz="2800"/>
              <a:t>Exam List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989F166-8123-6A83-47E9-DA7D51293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1371600"/>
            <a:ext cx="8915399" cy="4669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800" dirty="0"/>
              <a:t>The final course grade = </a:t>
            </a:r>
          </a:p>
          <a:p>
            <a:pPr marL="0" indent="0">
              <a:buNone/>
            </a:pPr>
            <a:r>
              <a:rPr lang="en-US" altLang="zh-TW" sz="2800" dirty="0"/>
              <a:t>Midterm Exam (30%) + HW (30%) + </a:t>
            </a:r>
            <a:r>
              <a:rPr lang="en-US" altLang="zh-TW" sz="2800" dirty="0">
                <a:solidFill>
                  <a:srgbClr val="FF0000"/>
                </a:solidFill>
              </a:rPr>
              <a:t>Final Exam (15%) Final Report (15%) </a:t>
            </a:r>
            <a:r>
              <a:rPr lang="en-US" altLang="zh-TW" sz="2800" dirty="0"/>
              <a:t>+ Attendance (10%)</a:t>
            </a:r>
            <a:endParaRPr lang="zh-TW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43277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E3F89-093E-23E0-5520-E94BD29C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E0B06E2-F5AA-9BAD-07BE-D91790D78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599" y="609600"/>
            <a:ext cx="8305801" cy="609600"/>
          </a:xfrm>
        </p:spPr>
        <p:txBody>
          <a:bodyPr/>
          <a:lstStyle/>
          <a:p>
            <a:pPr algn="ctr"/>
            <a:r>
              <a:rPr lang="en-US" altLang="zh-TW" sz="2800" dirty="0"/>
              <a:t>OS Final Report Topic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8787570-18E6-0310-A8A2-743A5E7A61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38100" y="1295400"/>
            <a:ext cx="9220200" cy="4669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800" dirty="0"/>
              <a:t>1. Topic: I will provide 11 topics for you to choose from.</a:t>
            </a:r>
          </a:p>
          <a:p>
            <a:r>
              <a:rPr lang="en-US" altLang="zh-TW" sz="2800" dirty="0"/>
              <a:t>2. Font Size: 12.</a:t>
            </a:r>
          </a:p>
          <a:p>
            <a:r>
              <a:rPr lang="en-US" altLang="zh-TW" sz="2800" dirty="0"/>
              <a:t>3. Submission Date: Monday of the last week of the semester. Email to me.</a:t>
            </a:r>
          </a:p>
          <a:p>
            <a:r>
              <a:rPr lang="en-US" altLang="zh-TW" sz="2800" dirty="0"/>
              <a:t>4. Number of Pages: 8-10</a:t>
            </a:r>
            <a:endParaRPr lang="zh-TW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54467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682ADB-F9D2-DCDB-166E-74C966A4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086601" cy="838200"/>
          </a:xfrm>
        </p:spPr>
        <p:txBody>
          <a:bodyPr/>
          <a:lstStyle/>
          <a:p>
            <a:pPr algn="ctr"/>
            <a:r>
              <a:rPr lang="en-US" altLang="zh-TW" dirty="0"/>
              <a:t>11 topics list (1)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3561E9-E828-06B2-DC2E-9436EC29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600200"/>
            <a:ext cx="8229601" cy="44411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4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altLang="zh-TW" sz="3200" b="1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Chapter 1: Introduction to Operating Systems</a:t>
            </a:r>
            <a:endParaRPr lang="zh-TW" altLang="zh-TW" sz="3200" b="1" dirty="0">
              <a:effectLst/>
              <a:latin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Exploring the Interaction Between Hardware-Level Execution Protection (NX/DEP) and Operating System Security Mechanisms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Exploring how operating systems leverage hardware architecture features to prevent malicious code execution, and the implementation of protections at the system call level in modern OS.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Analysis of Operating System Kernel Design in Heterogeneous Dual-Core Architectures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Researching how an OS running within a single system (e.g., combining a high-performance processor and a microcontroller) partitions kernel functions and manages hardware resources.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Streamlining Operating Systems in Edge Computing Environments: From Traditional OS to Microkernel Architectures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Analyzing the evolution of OS architectures and performance trade-offs on resource-constrained edge devices.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384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F7320-BFBC-DADB-2FAB-624C4C30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11 topics list (2)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2593F0-841E-AAEE-38E0-72CF1574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47800"/>
            <a:ext cx="7924802" cy="4593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4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altLang="zh-TW" sz="3200" b="1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Chapter 2: Process Management</a:t>
            </a:r>
            <a:endParaRPr lang="zh-TW" altLang="zh-TW" sz="3200" b="1" dirty="0">
              <a:effectLst/>
              <a:latin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4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Parameter Tuning and Performance Bottleneck Analysis of the Multilevel Feedback Queue (MLFQ) Scheduling Algorithm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Delving into the design of time quantum and priority demotion mechanisms in MLFQ, and analyzing its scheduling performance under various CPU and I/O workloads.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4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Comparison of Context Switch Costs Between Lightweight Threads and Traditional Processes Under Modern Computing Workloads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Analyzing the resource consumption differences when the operating system performs scheduling and state saving for modern multi-threaded applications.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4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Scheduling Mechanisms in Real-Time Systems: Exploring the Priority Inversion Problem and Its Solutions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Researching scenarios where high-priority processes are blocked by low-priority ones, and how the OS resolves this through mechanisms like Priority Inheritance.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97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8EFB50-D231-B8C3-1FFC-DA2F6C5A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11 topics list (3)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AC7D52-C378-01D8-4194-7B7585D7C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71600"/>
            <a:ext cx="8229601" cy="46697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4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altLang="zh-TW" sz="3200" b="1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Chapter 3: Inter-Process Communication and Synchronization</a:t>
            </a:r>
            <a:endParaRPr lang="zh-TW" altLang="zh-TW" sz="3200" b="1" dirty="0">
              <a:effectLst/>
              <a:latin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7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Implementation Analysis of Inter-Process Communication (IPC) in Heterogeneous Computing Environments: A Case Study of the Bridge API Between Linux and Microcontrollers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Exploring how different processing units or OS environments achieve efficient cross-core data synchronization and signal transmission via specific APIs or shared memory mechanisms.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7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Application of Operating System Deadlock Prevention and Avoidance Algorithms in Complex System Resource Allocation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Analyzing the implementation challenges and system overhead of traditional deadlock handling mechanisms, such as the Banker's Algorithm, in modern multitasking environments.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7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Synchronization Mechanisms for Sensor Data Streams: The Application of Mutexes and Semaphores in Real-Time Stream Processing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Researching how the OS ensures data consistency in shared buffers when receiving high-frequency external data (e.g., image recognition inputs).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0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4EF23-9F93-F373-D826-307275CB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11 topics list (4)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97454C-E90A-1D12-B097-1453ED699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447800"/>
            <a:ext cx="8229601" cy="4593563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altLang="zh-TW" sz="3200" b="1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Chapter 4: Memory Management</a:t>
            </a:r>
            <a:endParaRPr lang="zh-TW" altLang="zh-TW" sz="3200" b="1" dirty="0">
              <a:effectLst/>
              <a:latin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10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Architectural Evolution and Hit Rate Analysis of the Translation Lookaside Buffer (TLB) in Modern Hardware Architectures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Exploring the impact of the OS paging mechanism on memory access speeds, and the critical role of the TLB in reducing the overhead of memory address translation.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14000"/>
              </a:lnSpc>
              <a:buClr>
                <a:srgbClr val="000000"/>
              </a:buClr>
              <a:buSzPts val="1100"/>
              <a:buFont typeface="+mj-lt"/>
              <a:buAutoNum type="arabicPeriod" startAt="10"/>
            </a:pPr>
            <a:r>
              <a:rPr lang="en-US" altLang="zh-TW" sz="1800" b="1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The Role and Performance Overhead Evaluation of Extended Page Tables (EPT) in Virtualized Memory Management</a:t>
            </a:r>
            <a:br>
              <a:rPr lang="en-US" altLang="zh-TW" sz="180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1800" u="none" strike="noStrike" dirty="0">
                <a:solidFill>
                  <a:srgbClr val="1F1F1F"/>
                </a:solidFill>
                <a:effectLst/>
                <a:latin typeface="Google Sans"/>
                <a:ea typeface="Google Sans"/>
                <a:cs typeface="Google Sans"/>
              </a:rPr>
              <a:t>Analyzing the two-stage address translation mechanism from the Guest OS to the host's physical memory in a virtual machine environment, alongside the performance gains brought by hardware-assisted architectures.</a:t>
            </a:r>
            <a:endParaRPr lang="zh-TW" altLang="zh-TW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12893"/>
      </p:ext>
    </p:extLst>
  </p:cSld>
  <p:clrMapOvr>
    <a:masterClrMapping/>
  </p:clrMapOvr>
</p:sld>
</file>

<file path=ppt/theme/theme1.xml><?xml version="1.0" encoding="utf-8"?>
<a:theme xmlns:a="http://schemas.openxmlformats.org/drawingml/2006/main" name="Trek">
  <a:themeElements>
    <a:clrScheme name="Trek 1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F3D43B"/>
      </a:hlink>
      <a:folHlink>
        <a:srgbClr val="969696"/>
      </a:folHlink>
    </a:clrScheme>
    <a:fontScheme name="Trek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Trek 1">
        <a:dk1>
          <a:srgbClr val="000000"/>
        </a:dk1>
        <a:lt1>
          <a:srgbClr val="FFFFFF"/>
        </a:lt1>
        <a:dk2>
          <a:srgbClr val="4E5B6F"/>
        </a:dk2>
        <a:lt2>
          <a:srgbClr val="D6ECFF"/>
        </a:lt2>
        <a:accent1>
          <a:srgbClr val="7FD13B"/>
        </a:accent1>
        <a:accent2>
          <a:srgbClr val="EA157A"/>
        </a:accent2>
        <a:accent3>
          <a:srgbClr val="FFFFFF"/>
        </a:accent3>
        <a:accent4>
          <a:srgbClr val="000000"/>
        </a:accent4>
        <a:accent5>
          <a:srgbClr val="C0E5AF"/>
        </a:accent5>
        <a:accent6>
          <a:srgbClr val="D4126E"/>
        </a:accent6>
        <a:hlink>
          <a:srgbClr val="F3D43B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rek">
  <a:themeElements>
    <a:clrScheme name="1_Trek 1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F3D43B"/>
      </a:hlink>
      <a:folHlink>
        <a:srgbClr val="969696"/>
      </a:folHlink>
    </a:clrScheme>
    <a:fontScheme name="1_Trek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1_Trek 1">
        <a:dk1>
          <a:srgbClr val="000000"/>
        </a:dk1>
        <a:lt1>
          <a:srgbClr val="FFFFFF"/>
        </a:lt1>
        <a:dk2>
          <a:srgbClr val="4E5B6F"/>
        </a:dk2>
        <a:lt2>
          <a:srgbClr val="D6ECFF"/>
        </a:lt2>
        <a:accent1>
          <a:srgbClr val="7FD13B"/>
        </a:accent1>
        <a:accent2>
          <a:srgbClr val="EA157A"/>
        </a:accent2>
        <a:accent3>
          <a:srgbClr val="FFFFFF"/>
        </a:accent3>
        <a:accent4>
          <a:srgbClr val="000000"/>
        </a:accent4>
        <a:accent5>
          <a:srgbClr val="C0E5AF"/>
        </a:accent5>
        <a:accent6>
          <a:srgbClr val="D4126E"/>
        </a:accent6>
        <a:hlink>
          <a:srgbClr val="F3D43B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Trek">
  <a:themeElements>
    <a:clrScheme name="2_Trek 1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F3D43B"/>
      </a:hlink>
      <a:folHlink>
        <a:srgbClr val="969696"/>
      </a:folHlink>
    </a:clrScheme>
    <a:fontScheme name="2_Trek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2_Trek 1">
        <a:dk1>
          <a:srgbClr val="000000"/>
        </a:dk1>
        <a:lt1>
          <a:srgbClr val="FFFFFF"/>
        </a:lt1>
        <a:dk2>
          <a:srgbClr val="4E5B6F"/>
        </a:dk2>
        <a:lt2>
          <a:srgbClr val="D6ECFF"/>
        </a:lt2>
        <a:accent1>
          <a:srgbClr val="7FD13B"/>
        </a:accent1>
        <a:accent2>
          <a:srgbClr val="EA157A"/>
        </a:accent2>
        <a:accent3>
          <a:srgbClr val="FFFFFF"/>
        </a:accent3>
        <a:accent4>
          <a:srgbClr val="000000"/>
        </a:accent4>
        <a:accent5>
          <a:srgbClr val="C0E5AF"/>
        </a:accent5>
        <a:accent6>
          <a:srgbClr val="D4126E"/>
        </a:accent6>
        <a:hlink>
          <a:srgbClr val="F3D43B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Trek">
  <a:themeElements>
    <a:clrScheme name="3_Trek 1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F3D43B"/>
      </a:hlink>
      <a:folHlink>
        <a:srgbClr val="969696"/>
      </a:folHlink>
    </a:clrScheme>
    <a:fontScheme name="3_Trek">
      <a:majorFont>
        <a:latin typeface="Franklin Gothic Medium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3_Trek 1">
        <a:dk1>
          <a:srgbClr val="000000"/>
        </a:dk1>
        <a:lt1>
          <a:srgbClr val="FFFFFF"/>
        </a:lt1>
        <a:dk2>
          <a:srgbClr val="4E5B6F"/>
        </a:dk2>
        <a:lt2>
          <a:srgbClr val="D6ECFF"/>
        </a:lt2>
        <a:accent1>
          <a:srgbClr val="7FD13B"/>
        </a:accent1>
        <a:accent2>
          <a:srgbClr val="EA157A"/>
        </a:accent2>
        <a:accent3>
          <a:srgbClr val="FFFFFF"/>
        </a:accent3>
        <a:accent4>
          <a:srgbClr val="000000"/>
        </a:accent4>
        <a:accent5>
          <a:srgbClr val="C0E5AF"/>
        </a:accent5>
        <a:accent6>
          <a:srgbClr val="D4126E"/>
        </a:accent6>
        <a:hlink>
          <a:srgbClr val="F3D43B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專案</Template>
  <TotalTime>714</TotalTime>
  <Words>593</Words>
  <Application>Microsoft Office PowerPoint</Application>
  <PresentationFormat>如螢幕大小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6</vt:i4>
      </vt:variant>
    </vt:vector>
  </HeadingPairs>
  <TitlesOfParts>
    <vt:vector size="19" baseType="lpstr">
      <vt:lpstr>Google Sans</vt:lpstr>
      <vt:lpstr>Arial</vt:lpstr>
      <vt:lpstr>Franklin Gothic Book</vt:lpstr>
      <vt:lpstr>Franklin Gothic Medium</vt:lpstr>
      <vt:lpstr>Times New Roman</vt:lpstr>
      <vt:lpstr>Trebuchet MS</vt:lpstr>
      <vt:lpstr>Wingdings 2</vt:lpstr>
      <vt:lpstr>Wingdings 3</vt:lpstr>
      <vt:lpstr>Trek</vt:lpstr>
      <vt:lpstr>1_Trek</vt:lpstr>
      <vt:lpstr>2_Trek</vt:lpstr>
      <vt:lpstr>3_Trek</vt:lpstr>
      <vt:lpstr>多面向</vt:lpstr>
      <vt:lpstr>Final Exam List</vt:lpstr>
      <vt:lpstr>OS Final Report Topic</vt:lpstr>
      <vt:lpstr>11 topics list (1) </vt:lpstr>
      <vt:lpstr>11 topics list (2) </vt:lpstr>
      <vt:lpstr>11 topics list (3) </vt:lpstr>
      <vt:lpstr>11 topics list (4)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JJ Chiang</dc:creator>
  <cp:lastModifiedBy>JJ Chiang</cp:lastModifiedBy>
  <cp:revision>70</cp:revision>
  <cp:lastPrinted>1601-01-01T00:00:00Z</cp:lastPrinted>
  <dcterms:created xsi:type="dcterms:W3CDTF">1601-01-01T00:00:00Z</dcterms:created>
  <dcterms:modified xsi:type="dcterms:W3CDTF">2026-05-23T15:05:38Z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